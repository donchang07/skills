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48840"/>
            <a:ext cx="12188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Design.md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 디자인 시스템으로 만든 샘플 프레젠테이션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KAIST AI대학원 · 바이브코딩 실습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단순함은 </a:t>
            </a:r>
            <a:pPr algn="ctr" indent="0" marL="0">
              <a:buNone/>
            </a:pPr>
            <a:r>
              <a:rPr lang="en-US" sz="5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궁극의 정교함</a:t>
            </a:r>
            <a:pPr algn="ctr" indent="0" marL="0">
              <a:buNone/>
            </a:pPr>
            <a:r>
              <a:rPr lang="en-US" sz="5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이다.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 is the ultimate sophistication.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타이포그래피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위계는 크기와 굵기만으로 만듭니다. 장식은 없습니다.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Title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223760" y="21945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화면당 하나의 핵심 메시지  ·  44pt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03580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223760" y="30358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섹션을 여는 제목  ·  30pt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7705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223760" y="387705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본문을 이끄는 소제목  ·  20pt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71830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471830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 편한 본문, 좌측 정렬  ·  16pt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55955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555955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 정보는 회색으로 낮춰서  ·  12pt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무채색이 지배하고, 블루 하나만 행동을 부릅니다.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514600" cy="2834640"/>
          </a:xfrm>
          <a:prstGeom prst="roundRect">
            <a:avLst>
              <a:gd name="adj" fmla="val 5091"/>
            </a:avLst>
          </a:prstGeom>
          <a:solidFill>
            <a:srgbClr val="1D1D1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4206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#1D1D1F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349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본문·제목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02152" y="2286000"/>
            <a:ext cx="2514600" cy="2834640"/>
          </a:xfrm>
          <a:prstGeom prst="roundRect">
            <a:avLst>
              <a:gd name="adj" fmla="val 5091"/>
            </a:avLst>
          </a:prstGeom>
          <a:solidFill>
            <a:srgbClr val="86868B"/>
          </a:solidFill>
          <a:ln/>
        </p:spPr>
      </p:sp>
      <p:sp>
        <p:nvSpPr>
          <p:cNvPr id="9" name="Text 7"/>
          <p:cNvSpPr/>
          <p:nvPr/>
        </p:nvSpPr>
        <p:spPr>
          <a:xfrm>
            <a:off x="3730752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30752" y="4206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#86868B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02152" y="5349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 텍스트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2286000"/>
            <a:ext cx="2514600" cy="2834640"/>
          </a:xfrm>
          <a:prstGeom prst="roundRect">
            <a:avLst>
              <a:gd name="adj" fmla="val 5091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9944" y="4206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#F5F5F7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1344" y="5349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카드·배경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60536" y="2286000"/>
            <a:ext cx="2514600" cy="2834640"/>
          </a:xfrm>
          <a:prstGeom prst="roundRect">
            <a:avLst>
              <a:gd name="adj" fmla="val 5091"/>
            </a:avLst>
          </a:pr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9089136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89136" y="4206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#0071E3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0536" y="5349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링크·버튼·강조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가지 원칙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3392424" cy="3566160"/>
          </a:xfrm>
          <a:prstGeom prst="roundRect">
            <a:avLst>
              <a:gd name="adj" fmla="val 4313"/>
            </a:avLst>
          </a:prstGeom>
          <a:solidFill>
            <a:srgbClr val="F5F5F7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3063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요소를 더하는 대신 공간을 남깁니다. 여백이 곧 위계입니다.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98264" y="1920240"/>
            <a:ext cx="3392424" cy="3566160"/>
          </a:xfrm>
          <a:prstGeom prst="roundRect">
            <a:avLst>
              <a:gd name="adj" fmla="val 4313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4718304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집중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718304" y="3063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화면, 한 메시지. 나머지는 다음 슬라이드로 보냅니다.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73568" y="1920240"/>
            <a:ext cx="3392424" cy="3566160"/>
          </a:xfrm>
          <a:prstGeom prst="roundRect">
            <a:avLst>
              <a:gd name="adj" fmla="val 4313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93608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절제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93608" y="3063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장식선·그림자·효과를 걷어내고 콘텐츠만 남깁니다.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자세히 보기 ›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OMD가 제공하는 대기업 디자인 시스템의 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452628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DESIGN.md 파일 하나로 AI가 브랜드의 문법을 학습합니다.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이제, 여러분의 차례입니다.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브랜드의 DESIGN.md로 시작해 보시겠습니까?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2026-07-20T17:11:48Z</dcterms:created>
  <dcterms:modified xsi:type="dcterms:W3CDTF">2026-07-20T17:11:48Z</dcterms:modified>
</cp:coreProperties>
</file>